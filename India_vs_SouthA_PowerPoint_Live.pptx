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Content Placeholder 4" title="Microsoft Power BI">
                <a:extLst>
                  <a:ext uri="{FF2B5EF4-FFF2-40B4-BE49-F238E27FC236}">
                    <a16:creationId xmlns:a16="http://schemas.microsoft.com/office/drawing/2014/main" id="{F254EE12-4A15-433C-9D05-4A25C262051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36722917"/>
                  </p:ext>
                </p:extLst>
              </p:nvPr>
            </p:nvGraphicFramePr>
            <p:xfrm>
              <a:off x="838200" y="376518"/>
              <a:ext cx="10515600" cy="580044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Content Placeholder 4" title="Microsoft Power BI">
                <a:extLst>
                  <a:ext uri="{FF2B5EF4-FFF2-40B4-BE49-F238E27FC236}">
                    <a16:creationId xmlns:a16="http://schemas.microsoft.com/office/drawing/2014/main" id="{F254EE12-4A15-433C-9D05-4A25C26205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376518"/>
                <a:ext cx="10515600" cy="580044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10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7A2F2449-0D05-41AA-8BCF-7419EAE0266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7822990"/>
                  </p:ext>
                </p:extLst>
              </p:nvPr>
            </p:nvGraphicFramePr>
            <p:xfrm>
              <a:off x="838200" y="277906"/>
              <a:ext cx="10515600" cy="589905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7A2F2449-0D05-41AA-8BCF-7419EAE0266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277906"/>
                <a:ext cx="10515600" cy="589905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0952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webextension1.xml><?xml version="1.0" encoding="utf-8"?>
<we:webextension xmlns:we="http://schemas.microsoft.com/office/webextensions/webextension/2010/11" id="{75366ad3-4ec9-43a0-8366-972a8cfdfeb4}">
  <we:reference id="WA200003233" version="2.0.0.3" store="en-US" storeType="OMEX"/>
  <we:alternateReferences/>
  <we:properties>
    <we:property name="Microsoft.Office.CampaignId" value="&quot;none&quot;"/>
    <we:property name="reportUrl" value="&quot;/groups/me/reports/224abe14-c6f5-4eaf-bcd2-1baedb487515/fae9ae7dd6b519249728?bookmarkGuid=d5c08940-d7a9-4950-99bd-a657fb94b24f&amp;bookmarkUsage=1&amp;ctid=7ad4601f-5a1c-4cdf-9683-805f948c68bb&amp;fromEntryPoint=export&quot;"/>
    <we:property name="reportState" value="&quot;CONNECTED&quot;"/>
    <we:property name="reportEmbeddedTime" value="&quot;2026-04-19T10:39:18.410Z&quot;"/>
    <we:property name="creatorSessionId" value="&quot;ae71dd7a-9485-40f4-b46c-fd2964fd8c98&quot;"/>
    <we:property name="creatorUserId" value="&quot;10032005CB2EB347&quot;"/>
    <we:property name="creatorTenantId" value="&quot;7ad4601f-5a1c-4cdf-9683-805f948c68bb&quot;"/>
    <we:property name="pageDisplayName" value="&quot;Batting&quot;"/>
    <we:property name="pageName" value="&quot;fae9ae7dd6b519249728&quot;"/>
    <we:property name="reportName" value="&quot;Indiavssa&quot;"/>
    <we:property name="isVisualContainerHeaderHidden" value="false"/>
    <we:property name="isFiltersActionButtonVisible" value="true"/>
    <we:property name="initialStateBookmark" value="&quot;H4sIAAAAAAAAA+VZ32/jNgz+Vw5+uZdgkCXLkvqWtil2uPUHmqF7GIqBkpjUd44d2E7vuiL/+2jZ2V1bd92KDjOyhyA2TZH6+JESZd9HPqvXOdydwQqjg+iwLD+voPr8Lo4mUdHLzs8/nk4vP/52Nj2dkbhcN1lZ1NHBfdRAtcTmKqs3kLcWSPjr9SSCPL+AZXu3gLzGSbTGqi4LyLPfsVOmR021we0kwq/rvKygNTlvoMHW7C2p0z35jn8Q5BFck93iHF3TSReABlB5n1oZG54YxTWp1Z1CmNmgSms6uD8qiwaygty0MuEBLPpYJIzFkgkWo2vldVYs837C38b+fLduo1LfAP1TNOwnctva2W4JjpZMJsC1sIlNmRIqdeK1toAJj4mOY4Ui0SJGLuxrbUmrY5CKM8Ul2VMmFSEeiyxv+jDYu9nXdUUMEq+drSPiY1lWmSM/gakK646Y++iozDercDV7IJ+Xm8rhJS7Co6LJmrs2h6BpaNZRO5WLqqR8COILyjysgvSm/HJUITn00QHbXpPkr2HmmaOR3+OMVkjZ2F4skahtBxGUdectw/ob3IdXV7ts45PopCpXYVhfD5Y8PAExibpJ0DQn0S83WGEYQknls6YPw4dHoal7lb8RtO4mOH8uXOT3CvJNqDcy+1PWdHjvOzGpvj+dvzu+KYvsfat+TTnQ/tqBHhoYiMyq9CF2GHJg2OYxjfDll6K12RmrMd9V5ROLdUOZ08wDi/Og94L9dkXoLYf0D1VP8D99V9d/wn7rDLwOZeIVcu69EcoJJZ1CWjdeLJOpv4XCUeI+rpHpclnhEnY5MXv7ApqvoQiyk03R8yBeUU0OKv90zRBoEs58KtECkz5OlHt5zfgvg3H5KBTsTUJBN5XH6vAuwDzOql3G03oxGwHErlpia6R3FplNpZWO0UJvxkzW5YYKet/pGgbZE5Z6w4XQysYaZKKE8HbMhJ2d7z1dQxA7sqhxSplOjfVOe6+RWig2ZrJOodl7tgYxdnQxlJBIkXCuJUCSamZHXVsfiv/BYjgMsiNsgc4aRs0XHcCMZYnTyah3rx/n/1rXFXO+cNwYhkazNFF0gvVjDsXhyd5n7hDELm+t1oJO1T5B6ric5ZZ65DGTNb3FvWdrEGNHl9NMCYhtilorSDTt6WrMdKX7vysMQdyd/xcKjNQCJGPAWCrUqMlK9p+sIYh9g2ycBMOVoYOnV5K6ZTbqDVyyvSdrCGJHFndx7KVXKEUaJ8wktBSOmayY7T9bgxg7ujCGlFmXeuaYdCAVg1F3hPtP1rNUATfMMCESwVTsORdWBqr++SebcBYY+rhRbpp6DQ4voMCBt+5ENhQefX/93Lv28GEuCk5oLpnNX3r5/+Dl/Hb7B/vARC05HAAA&quot;"/>
    <we:property name="bookmark" value="&quot;H4sIAAAAAAAAA+VZS2/cNhD+K4EuuSwKPkXSNz/RAE1qZAv3UPgwJGfXSrTSQtI6cY397xlR6zxsuW4NFxW2h8VKo+EMv/lmyKF0m8WiXZdw8w5WmB1kR3X9cQXNx1c8m2XVIDMxN9IFzXjkzjEEwxU9rdddUVdtdnCbddAssbso2g2UvSES/nE5y6Asz2HZ3y2gbHGWrbFp6wrK4k8clOlR12xwO8vw87qsG+hNzjvosDd7Tep0T1PgP0nyCKErrnGOoRukC0AHaGLMveZOKGeEJbV2UEgzG1XpTSf3x3XVQVGRm14mI4DHyKVijGsmGcfQy9uiWpa7CX8b+9vNug9OewX0T9HwH8htb2e7JThWM61AWOmVz5mRJg/yubaAyYjKcm5QKis5Cumfa0t7y0EbwYzQZM+4XKZ4LIqy24XB35x+XjfEIPE62DomPpZ1UwTyk5hqsB2Iuc2O63KzSlenP8jn9aYJ+B4X6VHVFd1Nn17QdTTrrJ/KeVNTPiTxOSUgNkl6VX86bpAcxuyAbS9J8tcwyyLQyO9xZiukbOwvlkjU9oMIynrwVmD7De6PVxd32SZm2VlTr9KwXVl48vAAxCwbJkHTnGW/X2GDaQglVSy6XRje3AtNu1P5G0EbbpLzx8JFfi+g3KR6I7O/FN2A93YQk+rrt/NXJ1d1Vbzu1S8pB/pfPzBCByORWdUxxQ5TDozbPKERsf5U9TYHYy2Wd1X5wGLbUeZ088TiPOk9Yb9fEXaWU/qnqif4H76r66+wXzoDL1OZRINCxOikCdLoYJDWjSfL5DBeQxUoce/XyOFy2eAS7nLi9OULaL6GKsnONtWOB/mMagrQxIdrhkSnBIu5Rg9MR65MeHrN+C+D8f5eKNiLhIJumojN0U2CeVI0dxlP68XpBCAO1cK90zF4ZD7XXgdGC72bMlnvN1TQ+07XOMgdYXl0QkprPLeglZEy+ikT9u7XvadrDOJAFjVOObO58zHYGC1SC8WmTNZb6PaerVGMA10MNSgtlRBWA6jcMj/p2npT/Q8Ww3GQA2ELDN4xar7oAOY8U8GqSe9eP8//ta6LC7EIoj9vO8tyRYdwH6cciqOzvc/cMYhD3nprJZ2qo0LquIIXnnrkKZN1eI17z9YoxoGuYJmRwH2O1hpQlvZ0M2W68v3fFcYg3p3/FwacthI0Y8BYLs2kyVL7T9YYxF2D7IIGJ4yjg2c0mrplNukNXLO9J2sM4kCWCJxHHQ1qmXPFnKKlcMpkcbb/bI1iHOhCDjnzIY8sMB1AGwaT7gj3n6xHqQLhmGNSKskMj0JIrxNV//yTTToLjH3cqDddu4aA51DhyFt3IhuqiHF3/di79vRh7uvL9u32C9XWEUYQHAAA&quot;"/>
    <we:property name="datasetId" value="&quot;08271225-00d6-459f-a5df-8d781c1aa3fa&quot;"/>
    <we:property name="embedUrl" value="&quot;/reportEmbed?reportId=224abe14-c6f5-4eaf-bcd2-1baedb487515&amp;config=eyJjbHVzdGVyVXJsIjoiaHR0cHM6Ly9XQUJJLUlORElBLUNFTlRSQUwtQi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A8703F38-C323-455C-BBA0-84B53922D951}">
  <we:reference id="wa200003233" version="2.0.0.3" store="en-US" storeType="OMEX"/>
  <we:alternateReferences>
    <we:reference id="wa200003233" version="2.0.0.3" store="wa200003233" storeType="OMEX"/>
  </we:alternateReferences>
  <we:properties>
    <we:property name="embedUrl" value="&quot;/reportEmbed?reportId=224abe14-c6f5-4eaf-bcd2-1baedb487515&amp;config=eyJjbHVzdGVyVXJsIjoiaHR0cHM6Ly9XQUJJLUlORElBLUNFTlRSQUwtQi1QUklNQVJZLXJlZGlyZWN0LmFuYWx5c2lzLndpbmRvd3MubmV0IiwiZW1iZWRGZWF0dXJlcyI6eyJ1c2FnZU1ldHJpY3NWTmV4dCI6dHJ1ZX19&amp;disableSensitivityBanner=true&amp;storytellingChangeViewModeShortcutKeys=true&quot;"/>
    <we:property name="bookmark" value="&quot;H4sIAAAAAAAAA+VZ32/bNhD+Vwq99MUY+EOiyLwlaQYEW7egHtKHIQ9H8uSokSVDkpNmgf/3HkWlbRK13YIMEFwDssXT8Y7ffXdnibpLfNltKrj9A9aYHCRHTXO1hvbqFU8WSR1lhqccOFiTukxlwAC5pKvNpi+buksO7pIe2hX252W3hSoYIuHfF4sEquoMVmFUQNXhItlg2zU1VOU/GJXpUt9ucbdI8OOmaloIJpc99BjMXpM6jWkJ/JfgEVxfXuMSXR+lCpS00hufCq2A5c4iI7UuKgwrm1QJpgf3x03dQ1mTmyADVSBmrNDGSiUYHQKCvCvrVTUu+Mvcv243ITjdJdAvRcN+ILfBzm5HcDi6DAxkPJNppjMvmOXPtSUBC6+9tc6zLPXcc6efa0uIItVeS6lywXPJkWdpmFuUVT+Gwd6efNy0xCDxGm0d+muoHfpkoKnFLrJylxyuVi2uoB+HJw8uHjfVdj0hXzbb1uE7LIZLdV/2t0Pi3VSEJwmLPGsbypRBvNxAPch+3dYj7TIML5ub4xYpT3xywHYXJPluNBy0/mkwdJFm3ICDlGvLFculy34YjGNyumra0pGbx/F4EchnVI3YJs9A2VWlo5lf40zWSKUZTlZIeR4mEZRN9FZi9wXuw7Pz+9ITFPq2WQ/Txh5hycMTEIskLoKWuUjeX2KLwxSqMF/e58fpo9B0o8q/CFocDM6/FS7yew7Vdmg+ZPb3so9476KYVF8fvvptu7YVvg7qF5QD4QgTPfQwEZl144fY4ZAD0zbf0Azf3NTBZjTWYXXfop5Y7HrKnH45sLgc9H5gP7TH0XIAHlsgwf/wVZP7DPulM/BiKJPcaUCLlmlgjFtlrGNz7hnvryj1H/YM9iI9gwatx/bodgD6pmzvaaYiOZkFyJgkylJvt8ozxxCAqxRw3k3+3d7TNQVxrOiCKW61yNBIyw3TzJo5k/VuW+9/dU2DjIRJtEWe+lQ5yxTLnAWp5kzYn+E2eu8Z+wbKSBlz6Lxjuc2FYkKyXJtZ19hb/xPU2DTI8R+MOY5oTMZygdykmRGzvuV4C/3+8zWFMdKVO6Z8mqocM8/oC72Xc6brtP4J6msaZCTM5zrX0jBl0DihUeTxQWeuhJ245vE2wP4RNg1yrDAjjHIgnOKMS+MsKj5nwo6OTv+3bRugj9HC5poJIRhDnek5x+LwGvc+dycxxtQ13DiwSoLkyhslGbP5nOnK9p6sCYTjo01RaAmuyNDlOT2J5s6IOVOV7j1VEwgjVdx6sNYXgJwbSc82Mh/2rv/7S4Ghp07tGDfbvtuAwzOocWIrk8iG2ocof3cDc3j183kHc7f7BDJQ0PJyGgAA&quot;"/>
    <we:property name="datasetId" value="&quot;08271225-00d6-459f-a5df-8d781c1aa3fa&quot;"/>
    <we:property name="pageName" value="&quot;6a63b3d9d4286a07cbe0&quot;"/>
    <we:property name="reportUrl" value="&quot;/links/ep9Nd8eQgD?ctid=7ad4601f-5a1c-4cdf-9683-805f948c68bb&amp;bookmarkGuid=c9c4692c-023f-456c-8e1c-74fc3b780c7d&quot;"/>
    <we:property name="reportName" value="&quot;Indiavssa&quot;"/>
    <we:property name="reportState" value="&quot;CONNECTED&quot;"/>
    <we:property name="pageDisplayName" value="&quot;Bowling&quot;"/>
    <we:property name="backgroundColor" value="&quot;#0B1F3A&quot;"/>
    <we:property name="initialStateBookmark" value="&quot;H4sIAAAAAAAAA+VZ30/bSBD+Vyq/9CU67Q97vctboJyEOAoiJ/pwQqfZ3XFwcezIdqAcyv9+s7a5FnDLHeIkK43kxDuendlvvpmJvb6PfN6sC7j7CCuM9qL9qrpeQX39jkezqBxkp6fHJ/Pz4z8/zk8OSVyt27wqm2jvPmqhXmJ7kTcbKIIFEv5xOYugKM5gGUYZFA3OojXWTVVCkf+FvTJdausNbmcRflkXVQ3B5KKFFoPZG1KnMfnmv0jyCK7Nb3CBru2lCpS00hsfC62Apc4iI7WmV+hWNqoSTHfuD6qyhbwkN0EGKkNMWKaNlUowOgQEeZOXy2JY8Ne5v9+tQ1SaK6Bfiob9TG6Dne2W4HB0CRhIeCLjRCdeMMtfa0sCZl57a51nSey5506/1pYQWay9llKlgqeSI0/iMDfLi3YIg707/LKuiUHitbc19zdQOvRRR1ONTc/KfTRfLmtcQjsMDx9dPKiKzWpEvqg2tcNzzLpLZZu3d13G3RaEJwqLPKsrypROvFhD2cl+3ZQD7TIMr6rbgxopT3y0x7aXJPlhNBzU/nkwdBYn3ICDmGvLFUulS14MxgE5XVZ17sjN03i8CeQzKkOso1egbIrc0cxvcUYrpNIMJ0ukPA+TCMq695Zj8xXu47OLh9ITFPq6WnXThuZgycMzELOoXwQtcxZ9usIauylUYT5/yI+jJ6FpBpV/EbR+0Dn/XrjI7wUUm675kNnf8rbHe9+LSfX9/N3xZmULfB/ULykHwhEmemhhJDKrynexwy4Hxm1+oBm+ui2Dzd5Yg8VDi3pmsWkpc9pFx+Ki03vBfmiPg+UAvG+BBP/zN03uH9hvnYGXXZmkTgNatEwDY9wqYx2bcs/4dE2p/7hnsDfpGTSoPdb7dx3QD3n9QDMVyeEkQPZJoiz1dqs8cwwBuIoBp93kz3eerjGIQ0VnTHGrRYJGWm6YZtZMmazzTbn71TUOsidMos3S2MfKWaZY4ixINWXCTsNt9M4z9h2UPWXMofOOpTYVignJUm0mXWMn/ieosXGQwz8YcxzRmISlArmJEyMmfctxAu3u8zWGsacrdUz5OFYpJp7RF3ovp0zXUfkT1Nc4yJ4wn+pUS8OUQeOERpH2DzpTJezQVU+3AXaPsHGQQ4UZYZQD4RRnXBpnUfEpE7a/f/S/bdsAfYwWNtVMCMEY6kRPORbzG9z53B3F2Keu4caBVRIkV94oyZhNp0xXsvNkjSAcHm2yTEtwWYIuTelJNHVGTJmqeOepGkHYU8WtB2t9Bsi5kfRsI9Nu7/q/vxToeurYjnG1aZs1ODyDEke2MolsKH2I8g83MLtXP1HnhNaS2+KlHdVHO57b7d9O0BztmxoAAA==&quot;"/>
    <we:property name="isFiltersActionButtonVisible" value="true"/>
    <we:property name="isVisualContainerHeaderHidden" value="false"/>
    <we:property name="reportEmbeddedTime" value="&quot;2026-04-19T10:44:35.002Z&quot;"/>
    <we:property name="creatorTenantId" value="&quot;7ad4601f-5a1c-4cdf-9683-805f948c68bb&quot;"/>
    <we:property name="creatorUserId" value="&quot;10032005CB2EB347&quot;"/>
    <we:property name="creatorSessionId" value="&quot;9d76a763-35ae-403c-9e48-07f4551fb2dd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B5115E64-CAC6-41C6-97F8-595EB3689F3B}">
  <we:reference id="wa200003233" version="2.0.0.3" store="en-US" storeType="OMEX"/>
  <we:alternateReferences>
    <we:reference id="wa200003233" version="2.0.0.3" store="wa200003233" storeType="OMEX"/>
  </we:alternateReferences>
  <we:properties>
    <we:property name="embedUrl" value="&quot;/reportEmbed?reportId=224abe14-c6f5-4eaf-bcd2-1baedb487515&amp;config=eyJjbHVzdGVyVXJsIjoiaHR0cHM6Ly9XQUJJLUlORElBLUNFTlRSQUwtQi1QUklNQVJZLXJlZGlyZWN0LmFuYWx5c2lzLndpbmRvd3MubmV0IiwiZW1iZWRGZWF0dXJlcyI6eyJ1c2FnZU1ldHJpY3NWTmV4dCI6dHJ1ZX19&amp;disableSensitivityBanner=true&amp;storytellingChangeViewModeShortcutKeys=true&quot;"/>
    <we:property name="bookmark" value="&quot;H4sIAAAAAAAAA+VYTW/jNhD9K4EuezFaiqIoOrddOwECdIugLrKHIochOXK4kSWDorObBv7vHZH2fiRKUwQb1NgcDEuj4Ru+eTOkxLvMun7dwO3vsMLsOHvXddcr8NdHeTbJ2mTTileSqZxrEBXD3IIo6Gm3Dq5r++z4LgvglxguXL+BZgAi41+Xkwya5hyWw10NTY+TbI2+71po3N+YnOlR8BvcTjL8vG46DwPkIkDAAfaG3OmeppD/MkQEE9wNLtCEZK2FRs0l51PLGQMtWVWSW58c4sxGXQboGH7WtQFcS2GiL1cSq0oUUitmmM1zrQd779pls5vw17F/3q6H5PRXQP+UDf2Rwg442y3RKaUGkFVtciynrDCMF9PnYinJSq0Mg7ywgnEJglfPxmKl0BLzEqHUsiyE0SZyd03YpUHfnnxee1KQdE1YM9Jj2XlnKE5UymOfhLnLZl2zWcWrk+/si27jDf6BdXzUBhduCenUYWNp2tkwl3PfUUFE+zlVIPpoveo+zTxSRJsds+0lWf6dZ+MMjfyWaLZCKsfhYomk7TCIuKxTNIf9V77fX13sy41PslPfreKwXV/UFOEhi0mWZkHznGQfrtBjHENlZV3YJeLsXnL6nct/SFu6idEfyxfFvYBmEzuOYH9zIRG+S2ZyffN+cTS/6lr3ZnC/pCoYfsNACwFGUrPqbEwexioYx5zTCNt9agfMBNZjs+/LB4h9oNoJiyjjIvo9gT+sCTvkgXjqe6L/8ZvO/kL7h9fgZeoULISwxdQUyERZMgnw7NUAc5wiFxEJFa0HJeNPdt1bewOtoTa433Jvl0uPS9gX2MkL9ONiDW20nW7anarFM5rTgLcPswEFYE07ipSojRSCmerpNeh/zUa4lwv2Q3JBN96if3cbec6d3zcQrT8nh8AxdV9d0MZY1oXIlWIyB6pfe9ByvZ+/WOkqYNIyxiorZcmERW7YYecCXkHtjpJMxYtlZRQoIZQqjJDIGRcHLdhZS9vbT6/YOMu9ZHmNuqhLyaaSMak1Hvb2MHevQLFRkkkwQx8TwmqlDKKYClRCH3aPzX89ewWCjZFMguWlYlOtC9rHeJEbKwCnBy3YLBx9uP75JXuEZhJNoLUi1xowNwUXJq/S98ghi3bqXuxNrOTWcq1qSgaCFVJZfthvYrNX8CI2xjEdN2zHD2i6TejXYPAcWhw5OCCRoLVod9ePHRfE08Uv5wXb7T9UhiFB1RQAAA==&quot;"/>
    <we:property name="datasetId" value="&quot;08271225-00d6-459f-a5df-8d781c1aa3fa&quot;"/>
    <we:property name="pageName" value="&quot;f4beb26229d200ab6075&quot;"/>
    <we:property name="reportUrl" value="&quot;/links/ep9Nd8eQgD?ctid=7ad4601f-5a1c-4cdf-9683-805f948c68bb&amp;bookmarkGuid=718521bc-bae8-41a7-8f41-ec205e84a338&quot;"/>
    <we:property name="reportName" value="&quot;Indiavssa&quot;"/>
    <we:property name="reportState" value="&quot;CONNECTED&quot;"/>
    <we:property name="pageDisplayName" value="&quot;Fielding&quot;"/>
    <we:property name="backgroundColor" value="&quot;#0B1F3A&quot;"/>
    <we:property name="initialStateBookmark" value="&quot;H4sIAAAAAAAAA+VYUW/bNhD+K4Fe+mJsFEVRct5S2wGCLm1QD+nDEAxH8uSwkSWDotNmgf/7TqS9NomyDEGDGc2DYel0/I7ffXekxNvE2G5Vw817WGJymLxt26sluKuDNBklzdb24cO706OP7/58f3Q6I3O78rZtuuTwNvHgFujPbbeGukcg4x8XowTq+gwW/V0FdYejZIWuaxuo7V8YnemRd2vcjBL8uqpbBz3k3IPHHvaa3OmeYqe/ZBQRtLfXOEfto7USChWXnI8NZwyUZEVObl10CDMbdOmhQ/hJ23iwDYUJvryUWBQik6pkmpk0Vaq3d7ZZ1NsJfxv7+82qz0p3CfRP2VCfKWyPs9kQnVwqAFlUOsV8zDLNeDZ+LlYpWa5KzSDNjGBcguDFs7FYLpTENEfIlcwzoZUO3G3tt2lQN7OvK0cKkq4Ra0J6LFpnNcUJSjnsojC3yaSt18twNbtjn7drp/EjVuFR462/IaRji7WhaSf9XM5cSwUR7GdUeuiC9bL9MnFIEU1yyDYXZPl3nrXVNPJ7oskSqRz7iwWStv0g4rKK0Sx23/jevTrflRsfJceuXYZh24aoKMJDFqMkzoLmOUo+XaLDMIbKyli/TcTJveR0W5f/kLZ4E6I/li+Kew71OnQcwf5mfSR8G83k+uZ0fjC9bBv7pne/oCrof/1AAx4GUrNsTUgehioYxpzSCNN+aXrMCNZhvevLB4idp9rx8yDjPPg9gd+vCVvknnjse6L/+bvO/of2D6/Bi9gpmAlhsrHOkIk8ZxLg2asBpjhGLgISlrQe5Iw/2XVH5hoaTW1wv+WOFguHC9gV2OwF+nG+gibYjtfNVtXsGc2pwZmH2YAMsCokkxKVlkIwXTy9Bv2v2fD3csF+SC7oxhl0b28Cz6l1uwai9We2Dxxj91UZbYx5lYm0LJlMgerX7LVcp9MXK90SmDSMscJImTNhkGu237mAV1C7gyRj8WJe6BJKIcoy00IiZ1zstWAnDW1vP71iwyx3kqUVqqzKJRtLxqRSuN/bw9S+AsUGSUbBNH1MCKPKUiOKscBSqP3usemvJ69AsCGSUbA0L9lYqYz2MZ6l2gjA8V4LNvEHn65+fskeoRlFE2iMSJUCTHXGhU6L+D2yz6Id2xd7E8u5MVyVFSUDwQhZGr7fb2KTV/AiNsQxHjdshg9o2rXvVqDxDBocODggkaAxaLbXjx0XhNPFJAShbFlVP3V+ced8YbP5G5ZZsD/+FAAA&quot;"/>
    <we:property name="isFiltersActionButtonVisible" value="true"/>
    <we:property name="isVisualContainerHeaderHidden" value="false"/>
    <we:property name="reportEmbeddedTime" value="&quot;2026-04-19T10:45:15.403Z&quot;"/>
    <we:property name="creatorTenantId" value="&quot;7ad4601f-5a1c-4cdf-9683-805f948c68bb&quot;"/>
    <we:property name="creatorUserId" value="&quot;10032005CB2EB347&quot;"/>
    <we:property name="creatorSessionId" value="&quot;7fea6ff3-b7e5-49fd-a0a4-35db30175d5d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Dipali Singh</cp:lastModifiedBy>
  <cp:revision>3</cp:revision>
  <dcterms:created xsi:type="dcterms:W3CDTF">2018-06-07T21:39:02Z</dcterms:created>
  <dcterms:modified xsi:type="dcterms:W3CDTF">2026-04-19T10:46:55Z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